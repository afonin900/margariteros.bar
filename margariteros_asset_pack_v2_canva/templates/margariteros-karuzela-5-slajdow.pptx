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21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182880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TYDZIEŃ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 MARGARITEROS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7863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PRZESUŃ 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21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315200" cy="6537960"/>
          </a:xfrm>
          <a:prstGeom prst="rect">
            <a:avLst/>
          </a:prstGeom>
          <a:solidFill>
            <a:srgbClr val="30352C"/>
          </a:solidFill>
          <a:ln w="12700">
            <a:solidFill>
              <a:srgbClr val="5960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30861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WSTAW PRAWDZIWE ZDJĘCIE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" y="62179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CANVA: ZASTĄP PROSTOKĄT RAMKĄ ZDJĘCIA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02920" y="5989320"/>
            <a:ext cx="2011680" cy="347472"/>
          </a:xfrm>
          <a:prstGeom prst="rect">
            <a:avLst/>
          </a:prstGeom>
          <a:noFill/>
          <a:ln w="12700">
            <a:solidFill>
              <a:srgbClr val="FFF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PONIEDZIAŁEK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72084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OFERTA / SMAK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02920" y="7909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SZCZEGÓŁ / DD.MM · GG:MM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21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7315200" cy="6537960"/>
          </a:xfrm>
          <a:prstGeom prst="rect">
            <a:avLst/>
          </a:prstGeom>
          <a:solidFill>
            <a:srgbClr val="30352C"/>
          </a:solidFill>
          <a:ln w="12700">
            <a:solidFill>
              <a:srgbClr val="5960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" y="30861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WSTAW PRAWDZIWE ZDJĘCIE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" y="6217920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BD2B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CANVA: ZASTĄP PROSTOKĄT RAMKĄ ZDJĘCIA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02920" y="5989320"/>
            <a:ext cx="2011680" cy="347472"/>
          </a:xfrm>
          <a:prstGeom prst="rect">
            <a:avLst/>
          </a:prstGeom>
          <a:noFill/>
          <a:ln w="12700">
            <a:solidFill>
              <a:srgbClr val="FFF5E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PIĄTEK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672084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5E1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NAZWA WYDARZENIA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502920" y="7909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A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SZCZEGÓŁ / DD.MM · GG:MM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21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160020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CO · GDZIE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KIEDY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502920" y="3657600"/>
            <a:ext cx="6309360" cy="365760"/>
          </a:xfrm>
          <a:prstGeom prst="rect">
            <a:avLst/>
          </a:prstGeom>
          <a:noFill/>
          <a:ln w="12700">
            <a:solidFill>
              <a:srgbClr val="D6CCB5"/>
            </a:solidFill>
            <a:headEnd type="none"/>
            <a:tailEnd type="none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CO: MISSING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4572000"/>
            <a:ext cx="6309360" cy="365760"/>
          </a:xfrm>
          <a:prstGeom prst="rect">
            <a:avLst/>
          </a:prstGeom>
          <a:noFill/>
          <a:ln w="12700">
            <a:solidFill>
              <a:srgbClr val="D6CCB5"/>
            </a:solidFill>
            <a:headEnd type="none"/>
            <a:tailEnd type="none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GDZIE: CHMIELNA 7/9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5486400"/>
            <a:ext cx="6309360" cy="365760"/>
          </a:xfrm>
          <a:prstGeom prst="rect">
            <a:avLst/>
          </a:prstGeom>
          <a:noFill/>
          <a:ln w="12700">
            <a:solidFill>
              <a:srgbClr val="D6CCB5"/>
            </a:solidFill>
            <a:headEnd type="none"/>
            <a:tailEnd type="none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KIEDY: MISSING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6309360" cy="365760"/>
          </a:xfrm>
          <a:prstGeom prst="rect">
            <a:avLst/>
          </a:prstGeom>
          <a:noFill/>
          <a:ln w="12700">
            <a:solidFill>
              <a:srgbClr val="D6CCB5"/>
            </a:solidFill>
            <a:headEnd type="none"/>
            <a:tailEnd type="none"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WARUNKI: MISSING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5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fonin900/Github/Margariteros.bar/margariteros_asset_pack_v2_canva/canva_upload/01_logos/margariteros-logo-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84048"/>
            <a:ext cx="658368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70432" y="52120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MARGARITEROS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192024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REZERWUJ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0B0B0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STOLIK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502920" y="4663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CHOICEQR</a:t>
            </a:r>
            <a:endParaRPr lang="en-US" sz="1500" dirty="0"/>
          </a:p>
        </p:txBody>
      </p:sp>
      <p:pic>
        <p:nvPicPr>
          <p:cNvPr id="6" name="Image 1" descr="/Users/afonin900/Github/Margariteros.bar/margariteros_asset_pack_v2_canva/canva_upload/02_brand_accents/mascot-wa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852160"/>
            <a:ext cx="1920240" cy="1920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rlow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Margariteros Bar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Margariteros — karuzela 4:5</dc:title>
  <dc:subject>Editable Canva template</dc:subject>
  <dc:creator>Margariteros Bar</dc:creator>
  <cp:lastModifiedBy>Margariteros Bar</cp:lastModifiedBy>
  <cp:revision>1</cp:revision>
  <dcterms:created xsi:type="dcterms:W3CDTF">2026-08-11T17:31:48Z</dcterms:created>
  <dcterms:modified xsi:type="dcterms:W3CDTF">2026-08-11T17:31:48Z</dcterms:modified>
</cp:coreProperties>
</file>