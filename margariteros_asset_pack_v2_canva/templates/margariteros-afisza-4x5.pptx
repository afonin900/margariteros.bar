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5806440"/>
          </a:xfrm>
          <a:prstGeom prst="rect">
            <a:avLst/>
          </a:prstGeom>
          <a:solidFill>
            <a:srgbClr val="30352C"/>
          </a:solidFill>
          <a:ln w="12700">
            <a:solidFill>
              <a:srgbClr val="596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203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WSTAW PRAWDZIWE ZDJĘCIE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4864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CANVA: ZASTĄP PROSTOKĄT RAMKĄ ZDJĘCIA</a:t>
            </a:r>
            <a:endParaRPr lang="en-US" sz="650" dirty="0"/>
          </a:p>
        </p:txBody>
      </p:sp>
      <p:pic>
        <p:nvPicPr>
          <p:cNvPr id="5" name="Image 0" descr="/Users/afonin900/Github/Margariteros.bar/margariteros_asset_pack_v2_canva/canva_upload/04_overlays/papel-picado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731520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303520"/>
            <a:ext cx="1280160" cy="347472"/>
          </a:xfrm>
          <a:prstGeom prst="rect">
            <a:avLst/>
          </a:prstGeom>
          <a:noFill/>
          <a:ln w="12700">
            <a:solidFill>
              <a:srgbClr val="FFF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PIĄTEK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58978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5E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NAZWA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5E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WYDARZENIA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892040" y="6601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DD.MM · GG:MM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7498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KRÓTKI OPIS / CTA</a:t>
            </a:r>
            <a:endParaRPr lang="en-US" sz="1200" dirty="0"/>
          </a:p>
        </p:txBody>
      </p:sp>
      <p:pic>
        <p:nvPicPr>
          <p:cNvPr id="10" name="Image 1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7360920"/>
            <a:ext cx="822960" cy="822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8366760"/>
            <a:ext cx="6309360" cy="0"/>
          </a:xfrm>
          <a:prstGeom prst="line">
            <a:avLst/>
          </a:prstGeom>
          <a:noFill/>
          <a:ln w="31750">
            <a:solidFill>
              <a:srgbClr val="C6FF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847648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MARGARITEROS · CHMIELNA 7/9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Margariteros Bar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Margariteros — afisza 4:5</dc:title>
  <dc:subject>Editable Canva template</dc:subject>
  <dc:creator>Margariteros Bar</dc:creator>
  <cp:lastModifiedBy>Margariteros Bar</cp:lastModifiedBy>
  <cp:revision>1</cp:revision>
  <dcterms:created xsi:type="dcterms:W3CDTF">2026-08-11T17:31:48Z</dcterms:created>
  <dcterms:modified xsi:type="dcterms:W3CDTF">2026-08-11T17:31:48Z</dcterms:modified>
</cp:coreProperties>
</file>