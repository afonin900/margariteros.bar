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6858000" cy="12191695"/>
  <p:notesSz cx="12191695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8046720"/>
          </a:xfrm>
          <a:prstGeom prst="rect">
            <a:avLst/>
          </a:prstGeom>
          <a:solidFill>
            <a:srgbClr val="30352C"/>
          </a:solidFill>
          <a:ln w="12700">
            <a:solidFill>
              <a:srgbClr val="5960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3840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BD2B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WSTAW FOTO LUB WIDEO 9:16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8600" y="772668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BD2B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CANVA: ZASTĄP PROSTOKĄT RAMKĄ ZDJĘCIA</a:t>
            </a:r>
            <a:endParaRPr lang="en-US" sz="650" dirty="0"/>
          </a:p>
        </p:txBody>
      </p:sp>
      <p:pic>
        <p:nvPicPr>
          <p:cNvPr id="5" name="Image 0" descr="/Users/afonin900/Github/Margariteros.bar/margariteros_asset_pack_v2_canva/canva_upload/04_overlays/papel-picado.png">    </p:cNvPr>
          <p:cNvPicPr>
            <a:picLocks noChangeAspect="1"/>
          </p:cNvPicPr>
          <p:nvPr/>
        </p:nvPicPr>
        <p:blipFill>
          <a:blip r:embed="rId1">
            <a:alphaModFix amt="92000"/>
          </a:blip>
          <a:stretch>
            <a:fillRect/>
          </a:stretch>
        </p:blipFill>
        <p:spPr>
          <a:xfrm>
            <a:off x="0" y="182880"/>
            <a:ext cx="6858000" cy="1417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84582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5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DD.MM · GG:MM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02920" y="8961120"/>
            <a:ext cx="5806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5E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NAZWA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5E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WYDARZENIA</a:t>
            </a:r>
            <a:endParaRPr lang="en-US" sz="3400" dirty="0"/>
          </a:p>
        </p:txBody>
      </p:sp>
      <p:sp>
        <p:nvSpPr>
          <p:cNvPr id="8" name="Shape 5"/>
          <p:cNvSpPr/>
          <p:nvPr/>
        </p:nvSpPr>
        <p:spPr>
          <a:xfrm>
            <a:off x="502920" y="10744200"/>
            <a:ext cx="2011680" cy="502920"/>
          </a:xfrm>
          <a:prstGeom prst="rect">
            <a:avLst/>
          </a:prstGeom>
          <a:solidFill>
            <a:srgbClr val="C6FF00"/>
          </a:solidFill>
          <a:ln w="12700">
            <a:solidFill>
              <a:srgbClr val="C6FF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2648" y="1088136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0B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REZERWUJ →</a:t>
            </a:r>
            <a:endParaRPr lang="en-US" sz="1000" dirty="0"/>
          </a:p>
        </p:txBody>
      </p:sp>
      <p:pic>
        <p:nvPicPr>
          <p:cNvPr id="10" name="Image 1" descr="/Users/afonin900/Github/Margariteros.bar/margariteros_asset_pack_v2_canva/canva_upload/01_logos/margariteros-logo-cle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10652760"/>
            <a:ext cx="777240" cy="7772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Barlow Condense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ontserra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Margariteros Bar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Margariteros — Story 9:16</dc:title>
  <dc:subject>Editable Canva template</dc:subject>
  <dc:creator>Margariteros Bar</dc:creator>
  <cp:lastModifiedBy>Margariteros Bar</cp:lastModifiedBy>
  <cp:revision>1</cp:revision>
  <dcterms:created xsi:type="dcterms:W3CDTF">2026-08-11T17:31:49Z</dcterms:created>
  <dcterms:modified xsi:type="dcterms:W3CDTF">2026-08-11T17:31:49Z</dcterms:modified>
</cp:coreProperties>
</file>